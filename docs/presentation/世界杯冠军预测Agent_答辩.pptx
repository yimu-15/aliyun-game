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🏆 世界杯冠军预测 Agent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可解释 · 可视化 · 全流程自动化</a:t>
            </a:r>
          </a:p>
          <a:p>
            <a:pPr algn="ctr">
              <a:spcBef>
                <a:spcPts val="4000"/>
              </a:spcBef>
              <a:defRPr sz="1600">
                <a:solidFill>
                  <a:srgbClr val="888888"/>
                </a:solidFill>
              </a:defRPr>
            </a:pPr>
            <a:r>
              <a:t>基于五维度评分 + 泊松模型 + 蒙特卡洛模拟的智能预测系统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比赛路演答辩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项目背景与痛点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如何让冠军预测既准确又可解释？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世界杯预测的三大痛点</a:t>
            </a:r>
          </a:p>
          <a:p/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痛点 | 表现 | 本方案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|------|------|--------|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黑盒预测 | 多数AI只给结果，无法解释原因 | SHAP + 因子消融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静态输出 | 只给冠军，缺少动态晋级路径 | 交互式赛程树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数据碎片化 | 历史战绩、排名、球员数据分散 | 统一数据底座 |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2022 世界杯全球观众 50 亿+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体育预测市场规模 $1.5B+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'可解释 AI' 是 Gartner 2024 十大战略技术趋势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解决方案总览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三层架构: 数据层 → 引擎层 → 展示层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端到端的可解释预测智能体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数据采集层          预测引擎层          可视化展示层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┌──────────────┐  ┌──────────────┐  ┌──────────────┐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Kaggle+FIFA   │  │ 5维评分+泊松  │  │ Streamlit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40支球队数据  │→│ +蒙特卡洛     │→│ +Plotly  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└──────────────┘  └──────────────┘  └──────────────┘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真实数据驱动 (6 个 Kaggle/GitHub 公开数据源)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五维度球队评分 (历史 + 排名 + 攻防 + 球员 + 状态)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蒙特卡洛冠军预测 (10000 次模拟, 95% 置信区间)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交互式可视化 (赛程树 + 因子瀑布图)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核心亮点一: 可解释预测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解释机制: 逐因子消融 → 贡献度排序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不仅告诉你'谁会赢'，更解释'为什么赢'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方法: 单项特征消融法 (Single Feature Ablation)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例: 巴西 vs 阿根廷 → 巴西胜率 62%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胜负因子    | 巴西  | 阿根廷 | 贡献度 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|------------|-------|--------|--------|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近期状态    | 0.85  | 0.55   | +12% → 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FIFA排名    | 0.92  | 0.78   | +6%  → 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历史交锋    | 0.60  | 0.40   | +5%  → 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攻防效率    | 0.72  | 0.68   | +3%  → |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| 球员班底    | 0.84  | 0.79   | +2%  → |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瀑布图直观展示因子贡献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每个因子可追溯到原始数据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支持用户自定义权重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核心亮点二: 可视化赛程树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交互能力: 悬停 · 点击 · 缩放 · 路径追踪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从小组赛到冠军，完整动态晋级路径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              ┌──────────┐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              │ 🏆 冠军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              │ 巴西 58%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              └────┬─────┘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     ┌─────────────┴─────────────┐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┌────┴────┐                 ┌────┴────┐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│ 半决赛1  │                 │ 半决赛2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│巴vs法 62%│                 │阿vs英 55%│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    └────┬────┘                 └────┬────┘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悬停节点 → 显示球队详情 + 晋级概率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点击节点 → 高亮完整晋级路径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支持缩放/平移/导出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实线 = 已确定 | 虚线 = 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技术栈: Streamlit + FastAPI + NumPy + Plotly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三层架构，模块解耦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┌─────────────────────────────────────────┐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         用户交互层       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Streamlit 前端 (5页面) │ FastAPI (REST)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         应用服务层       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┌──────────┐ ┌──────────┐ ┌─────────┐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│球队评分   │ │单场预测   │ │蒙特卡洛  │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│5维加权   │ │泊松模型   │ │N=10000  │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└──────────┘ └──────────┘ └─────────┘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┌──────────┐ ┌──────────┐ ┌─────────┐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│淘汰赛模拟 │ │因子归因   │ │报告生成  │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│3阶段制胜 │ │特征消融   │ │MD/JSON  │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└──────────┘ └──────────┘ └─────────┘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         数据层                      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│  数据采集(KaggleHub) │ 清洗 │ CSV存储     │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数据采集与管理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6 个公开数据源，全链路可追溯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真实数据驱动，全链路可追溯</a:t>
            </a:r>
          </a:p>
          <a:p/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数据源 | 内容 | 数据量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|--------|------|--------|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Kaggle - Intl Football | 国家队比赛记录 | 44,000+ 场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Kaggle - FIFA World Cup | 全部22届世界杯 | 900+ 场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Kaggle - FIFA Rankings | 每月排名快照 | 1992-2024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Kaggle - FIFA 23 Players | 球员能力值 | 19,000+ 球员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GitHub - openfootball | 世界杯赛程 | 全部届次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eloratings.net | ELO 评分 | 实时 |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每条数据可追溯到源 URL + 下载时间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缺失数据透明标注 + 真实替代方案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预测模型设计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白盒模型: 每一层都可独立验证和解释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四层可解释预测架构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**Layer 0: 球队评分** = 历史×20% + 排名×30% + 攻防×20% + 球员×15% + 状态×15%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**Layer 1: 泊松预测** λ = 1.32 × 攻击力(A) × 防守力(B) → P(胜/平/负)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**Layer 2: 赛程推演** 小组赛(泊松采样) + 淘汰赛(90min→加时→点球)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**Layer 3: 蒙特卡洛** N=10000次 → 夺冠概率 + Wilson 95% CI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关键特性: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每一层都是白盒，可独立验证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固定随机种子(42)，结果完全可复现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三阶段淘汰赛: 90分钟 → 加时×0.33 → 点球55%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技术实现与工具链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标准 Python 包结构，可交付可运行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完整工具链，工业级工程实践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worldcup-predictor/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config/      YAML 配置 (数据源/模型参数)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data/        数据目录 (raw/processed/metadata)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models/      核心引擎 (rating/predictor/sim/explainer)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backend/     FastAPI 服务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app/         Streamlit 前端 (5页面)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utils/       工具 (logger/loader/helpers)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├── scripts/     CLI 脚本 (fetch/pipeline/demo)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└── tests/       单元测试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`pip install -e .` 一键安装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`python main.py --teams 32 --sim 10000` 命令行运行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`streamlit run app/main.py` 可视化界面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所有配置参数化 (权重/种子/赛制可调节)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项目成果与指标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代码规模: 1200+ 行核心代码，5 个可视化页面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MVP 交付成果</a:t>
            </a:r>
          </a:p>
          <a:p/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维度 | 目标 | 达成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|------|------|------|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功能完整性 | 数据→预测→可视化→报告 | ✅ 全流程打通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可解释性 | ≥5 个可解释因子 | ✅ 五维度因子归因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数据真实性 | 6 个公开数据源 | ✅ 全部可追溯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可视化 | 交互式赛程树 | ✅ Plotly 交互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可运行性 | 一键启动 | ✅ streamlit run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可配置性 | 权重/种子/赛制可调 | ✅ 侧边栏参数 |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核心模块: ~1200 行 Python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Streamlit 页面: 5 个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CLI 脚本: 4 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竞品对比与差异化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核心壁垒: 可解释性 + 可视化 + 完整性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我们 vs 竞品</a:t>
            </a:r>
          </a:p>
          <a:p/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竞品 | 痛点 | 我们的优势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|------|------|-----------|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博彩赔率 | 只给数字，不解释原因 | 五维度因子归因 + 瀑布图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媒体专家 | 主观判断，不可复现 | 数据驱动 + 固定种子可复现 |</a:t>
            </a:r>
          </a:p>
          <a:p>
            <a:pPr>
              <a:defRPr sz="1300">
                <a:solidFill>
                  <a:srgbClr val="1A1A2E"/>
                </a:solidFill>
                <a:latin typeface="Consolas"/>
              </a:defRPr>
            </a:pPr>
            <a:r>
              <a:t>| AI 预测 | 黑盒模型 | 白盒架构，每层可验证 |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**核心壁垒**: 可解释性 + 赛程树 + 全工具链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**差异化**: 不是给一个答案，而是让用户理解答案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一句话总结: 预测 + 解释 + 可视化 = 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77B4"/>
                </a:solidFill>
              </a:defRPr>
            </a:pPr>
            <a:r>
              <a:t>可解释预测，让AI不再是黑盒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项目价值: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技术价值: 证明了'可解释预测'在体育领域的可行性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产品价值: 完整的端到端系统，可立即使用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• 社会价值: 让普通球迷也能理解AI预测的逻辑</a:t>
            </a:r>
          </a:p>
          <a:p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后续计划: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v1.1 → 实时数据接入 + XGBoost + PPT导出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v1.2 → 情景分析引擎 + 球员级分析 + 模拟动画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</a:defRPr>
            </a:pPr>
            <a:r>
              <a:t>  v2.0 → 多赛事支持 + 用户系统 + SaaS化</a:t>
            </a:r>
          </a:p>
          <a:p/>
          <a:p>
            <a:pPr>
              <a:defRPr sz="1500" i="1">
                <a:solidFill>
                  <a:srgbClr val="888888"/>
                </a:solidFill>
              </a:defRPr>
            </a:pPr>
            <a:r>
              <a:t>   '我们不仅预测谁会赢得世界杯，更让每个人理解为什么。'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世界杯冠军预测 Agent | 可解释 · 可视化 · 全流程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